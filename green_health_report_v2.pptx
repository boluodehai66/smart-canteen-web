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-1005840"/>
            <a:ext cx="3657600" cy="3657600"/>
          </a:xfrm>
          <a:prstGeom prst="ellipse">
            <a:avLst/>
          </a:prstGeom>
          <a:solidFill>
            <a:srgbClr val="C8E6C9">
              <a:alpha val="62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800600"/>
            <a:ext cx="3474720" cy="3474720"/>
          </a:xfrm>
          <a:prstGeom prst="ellipse">
            <a:avLst/>
          </a:prstGeom>
          <a:solidFill>
            <a:srgbClr val="E8F5E9">
              <a:alpha val="48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6459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智慧食堂 AI 点餐与营养推荐系统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11064240" y="16459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713232" y="11155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智慧食堂 AI 点餐与营养推荐系统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基于校园多校区菜谱数据的健康点餐与 AI 营养推荐方案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31520" y="2450592"/>
            <a:ext cx="1280160" cy="2560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8716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多校区菜单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103120" y="2450592"/>
            <a:ext cx="1188720" cy="2560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4871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健康档案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3383280" y="2450592"/>
            <a:ext cx="1188720" cy="2560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4871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推荐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663440" y="2450592"/>
            <a:ext cx="1280160" cy="256032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48716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菜品图像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49808" y="292608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目标是让点餐更快，让搭配更合理，让选择更健康。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8952" y="3337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围绕周几、校区、楼层、分类、热量和个人目标，构建从浏览、分析到推荐的完整闭环。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040880" y="1024128"/>
            <a:ext cx="45262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122529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页面体验预览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1591056"/>
            <a:ext cx="39776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0" y="1591056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1700784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黄焖鱼块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79792" y="1975104"/>
            <a:ext cx="37216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￥8  ·  240 kcal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蛋白 21g  ·  碳水 9g  ·  脂肪 13.5g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315200" y="2560320"/>
            <a:ext cx="39776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0" y="2560320"/>
            <a:ext cx="128016" cy="2743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2670048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大份米饭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79792" y="2944368"/>
            <a:ext cx="37216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￥1  ·  260 kcal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蛋白 6g  ·  碳水 58g  ·  脂肪 0.5g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315200" y="3529584"/>
            <a:ext cx="397764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0" y="3529584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3639312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小米粥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79792" y="3913632"/>
            <a:ext cx="37216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￥2  ·  90 kcal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蛋白 2.5g  ·  碳水 20g  ·  脂肪 0.8g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315200" y="4590288"/>
            <a:ext cx="3977640" cy="67665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47823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热量、营养、预算同步可视化</a:t>
            </a:r>
            <a:endParaRPr lang="en-US" sz="111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3474720" cy="347472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212080"/>
            <a:ext cx="2743200" cy="2743200"/>
          </a:xfrm>
          <a:prstGeom prst="ellipse">
            <a:avLst/>
          </a:prstGeom>
          <a:solidFill>
            <a:srgbClr val="E8F5E9">
              <a:alpha val="42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303520"/>
            <a:ext cx="1554480" cy="1554480"/>
          </a:xfrm>
          <a:prstGeom prst="ellipse">
            <a:avLst/>
          </a:prstGeom>
          <a:solidFill>
            <a:srgbClr val="66BB6A">
              <a:alpha val="22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智慧食堂 AI 点餐与营养推荐系统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9494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424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校园食堂正在从“菜品展示”走向“健康决策”，但信息分散和个体差异让点餐体验仍然不够聪明。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3736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73736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4708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121408"/>
            <a:ext cx="2487168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周几、校区、楼层和分类同时存在，传统列表式菜单不容易快速定位。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39312" y="173736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39312" y="173736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184708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营养不透明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03904" y="2121408"/>
            <a:ext cx="2487168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学生不仅关心“吃什么”，也更关心热量、碳水、蛋白和脂肪是否匹配目标。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20256" y="173736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0256" y="1737360"/>
            <a:ext cx="128016" cy="2743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847088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个性化不足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84848" y="2121408"/>
            <a:ext cx="2487168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不同学生的预算、健康目标和饮食偏好差异明显，推荐不能一刀切。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0" y="1737360"/>
            <a:ext cx="1920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01200" y="1737360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0" y="184708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65792" y="2121408"/>
            <a:ext cx="1664208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项目已具备多份 CSV 菜谱和本地 SQLite 数据库，可作为智能推荐的基础。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3364992"/>
            <a:ext cx="46177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" y="3364992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474720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项目切入点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3749040"/>
            <a:ext cx="436168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把“看菜单”与“做选择”合成一条完整链路：先让学生快速找到当日可选菜，再把热量、营养素和个人目标一起纳入决策。这样点餐不只是更方便，也更健康。</a:t>
            </a:r>
            <a:endParaRPr lang="en-US" sz="1140" dirty="0"/>
          </a:p>
        </p:txBody>
      </p:sp>
      <p:sp>
        <p:nvSpPr>
          <p:cNvPr id="32" name="Shape 30"/>
          <p:cNvSpPr/>
          <p:nvPr/>
        </p:nvSpPr>
        <p:spPr>
          <a:xfrm>
            <a:off x="5440680" y="3364992"/>
            <a:ext cx="6080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40680" y="3364992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3474720"/>
            <a:ext cx="5788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当前代码基础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605272" y="3749040"/>
            <a:ext cx="5824728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`index.html + main.js` 负责菜单浏览和交互，`ai_chat.html` 负责 AI 营养对话，`app.py` 提供 Flask API 和模型调用，`import_all_menus.py` / `init_menu_db.py` 负责菜单导入与初始化。</a:t>
            </a:r>
            <a:endParaRPr lang="en-US" sz="1110" dirty="0"/>
          </a:p>
        </p:txBody>
      </p:sp>
      <p:sp>
        <p:nvSpPr>
          <p:cNvPr id="36" name="Shape 34"/>
          <p:cNvSpPr/>
          <p:nvPr/>
        </p:nvSpPr>
        <p:spPr>
          <a:xfrm>
            <a:off x="658368" y="4937760"/>
            <a:ext cx="10927080" cy="56692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111496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研究目标：把食堂菜单从静态展示升级成可计算、可推荐、可追踪的健康服务。</a:t>
            </a:r>
            <a:endParaRPr lang="en-US" sz="122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3474720" cy="347472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212080"/>
            <a:ext cx="2743200" cy="2743200"/>
          </a:xfrm>
          <a:prstGeom prst="ellipse">
            <a:avLst/>
          </a:prstGeom>
          <a:solidFill>
            <a:srgbClr val="E8F5E9">
              <a:alpha val="42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303520"/>
            <a:ext cx="1554480" cy="1554480"/>
          </a:xfrm>
          <a:prstGeom prst="ellipse">
            <a:avLst/>
          </a:prstGeom>
          <a:solidFill>
            <a:srgbClr val="66BB6A">
              <a:alpha val="22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智慧食堂 AI 点餐与营养推荐系统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9494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424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这是一个面向校园食堂的智能点餐系统，围绕“查菜单、算营养、做推荐、看结果”四个动作组织页面与接口。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37360"/>
            <a:ext cx="4572000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73736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47088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121408"/>
            <a:ext cx="4315968" cy="1499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它把多校区、多楼层、按周几变化的菜谱变成统一入口，同时把健康档案、AI 三餐规划和菜品图像生成放到同一套体验里。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913632"/>
            <a:ext cx="4572000" cy="1426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913632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023360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297680"/>
            <a:ext cx="4315968" cy="9509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`app.py` 负责 Flask API 与 AI 服务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`index.html + main.js` 负责点餐主界面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`ai_chat.html` 负责对话式营养师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`import_all_menus.py` / `init_menu_db.py` 负责菜单导入与初始化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5486400" y="1737360"/>
            <a:ext cx="336499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737360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847088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前端交互层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50992" y="2121408"/>
            <a:ext cx="3108960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菜单浏览、购物车、草稿篮、个人健康档案、AI 营养师入口。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560" y="1737360"/>
            <a:ext cx="24688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52560" y="1737360"/>
            <a:ext cx="128016" cy="2743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184708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服务接口层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9217152" y="2121408"/>
            <a:ext cx="2212848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/api/menu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/api/login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/api/update_profile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/api/analyze_dish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/api/generate_image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/api/ai_plan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486400" y="3291840"/>
            <a:ext cx="336499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329184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3401568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数据与存储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650992" y="3675888"/>
            <a:ext cx="3108960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`formatted_*.csv` 作为菜谱源数据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`cafeteria.db` 负责结构化落库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健康数据可在本地恢复。</a:t>
            </a:r>
            <a:endParaRPr lang="en-US" sz="1090" dirty="0"/>
          </a:p>
        </p:txBody>
      </p:sp>
      <p:sp>
        <p:nvSpPr>
          <p:cNvPr id="32" name="Shape 30"/>
          <p:cNvSpPr/>
          <p:nvPr/>
        </p:nvSpPr>
        <p:spPr>
          <a:xfrm>
            <a:off x="9052560" y="3291840"/>
            <a:ext cx="246888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52560" y="329184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0" y="3401568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能力</a:t>
            </a:r>
            <a:endParaRPr lang="en-US" sz="1420" dirty="0"/>
          </a:p>
        </p:txBody>
      </p:sp>
      <p:sp>
        <p:nvSpPr>
          <p:cNvPr id="35" name="Text 33"/>
          <p:cNvSpPr/>
          <p:nvPr/>
        </p:nvSpPr>
        <p:spPr>
          <a:xfrm>
            <a:off x="9217152" y="3675888"/>
            <a:ext cx="2212848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Qwen2.5-1.5B 规划配餐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Qwen2.5-7B 做分类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FLUX.1-schnell 生成菜品图。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58368" y="5504688"/>
            <a:ext cx="10863072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5623560"/>
            <a:ext cx="10469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当前版本重点展示菜单浏览、健康档案、AI 推荐、菜品分类与图像生成；订单历史、密码修改等入口已在前端预留，便于后续扩展。</a:t>
            </a:r>
            <a:endParaRPr lang="en-US" sz="1090" dirty="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3474720" cy="347472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212080"/>
            <a:ext cx="2743200" cy="2743200"/>
          </a:xfrm>
          <a:prstGeom prst="ellipse">
            <a:avLst/>
          </a:prstGeom>
          <a:solidFill>
            <a:srgbClr val="E8F5E9">
              <a:alpha val="42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303520"/>
            <a:ext cx="1554480" cy="1554480"/>
          </a:xfrm>
          <a:prstGeom prst="ellipse">
            <a:avLst/>
          </a:prstGeom>
          <a:solidFill>
            <a:srgbClr val="66BB6A">
              <a:alpha val="22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智慧食堂 AI 点餐与营养推荐系统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9494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技术架构与数据流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424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菜单导入、数据库、API、前端和 AI 服务被串成一条闭环，既能支持日常点餐，也能支持营养分析与推荐。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82880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82880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938528"/>
            <a:ext cx="2862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2212848"/>
            <a:ext cx="2898648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`import_all_menus.py` / `init_menu_db.py`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 CSV 菜单与固定菜品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 SQLite 本地库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370832" y="1828800"/>
            <a:ext cx="3246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0832" y="182880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1938528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35424" y="2212848"/>
            <a:ext cx="2990088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+ SQLAlchemy + CORS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菜单查询、用户登录、档案更新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分类、规划与图片生成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211312" y="1828800"/>
            <a:ext cx="33101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11312" y="1828800"/>
            <a:ext cx="128016" cy="2743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19385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75904" y="2212848"/>
            <a:ext cx="3054096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`index.html` + `main.js` + `ai_chat.html`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卡片式点餐、草稿预览、健康档案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本地记忆与顺滑交互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3886200" y="2286000"/>
            <a:ext cx="310896" cy="329184"/>
          </a:xfrm>
          <a:prstGeom prst="rightArrow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27264" y="2286000"/>
            <a:ext cx="310896" cy="329184"/>
          </a:xfrm>
          <a:prstGeom prst="rightArrow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89888" y="3794760"/>
            <a:ext cx="4389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89888" y="3794760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72768" y="3904488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本地营养模型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554480" y="4178808"/>
            <a:ext cx="4133088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Qwen2.5-1.5B-Instruct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 BMR、预算、目标热量和当日菜单输出三餐组合。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3794760"/>
            <a:ext cx="43891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379476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904488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分类与图像服务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519672" y="4178808"/>
            <a:ext cx="4133088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Qwen2.5-7B 负责菜品分类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FLUX.1-schnell 负责菜品图像生成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让推荐结果更直观。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49240" y="3218688"/>
            <a:ext cx="320040" cy="347472"/>
          </a:xfrm>
          <a:prstGeom prst="downArrow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5577840"/>
            <a:ext cx="9966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数据流：CSV 菜谱 -&gt; 数据库 -&gt; API -&gt; 前端 -&gt; AI 推荐 -&gt; 结果回填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3474720" cy="347472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212080"/>
            <a:ext cx="2743200" cy="2743200"/>
          </a:xfrm>
          <a:prstGeom prst="ellipse">
            <a:avLst/>
          </a:prstGeom>
          <a:solidFill>
            <a:srgbClr val="E8F5E9">
              <a:alpha val="42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303520"/>
            <a:ext cx="1554480" cy="1554480"/>
          </a:xfrm>
          <a:prstGeom prst="ellipse">
            <a:avLst/>
          </a:prstGeom>
          <a:solidFill>
            <a:srgbClr val="66BB6A">
              <a:alpha val="22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主要功能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智慧食堂 AI 点餐与营养推荐系统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9494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主要功能一：菜单浏览与点餐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424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主界面围绕“按周几 + 校区 + 楼层 + 分类”来组织信息，同时把价格、热量和三大营养素直接展示给用户。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83080"/>
            <a:ext cx="36576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78308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9280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167128"/>
            <a:ext cx="3401568" cy="3136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按周几、校区、楼层切换菜单，适配真实食堂的多维检索需求。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左侧分类导航联动滚动，快速定位主食、荤菜、素菜、小吃和汤羹。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菜品卡片同时显示价格、热量、碳水、蛋白和脂肪。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购物车与草稿篮分离，方便先算后选、再确认。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实时汇总总价与总热量，让点餐决策更透明。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53712" y="1783080"/>
            <a:ext cx="6931152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53712" y="178308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892808"/>
            <a:ext cx="6638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菜单示例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18304" y="2167128"/>
            <a:ext cx="6675120" cy="3136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黄焖鱼块、大份米饭、小米粥、油条等菜品会以卡片形式展示，并支持按分类快速跳转和滚动联动。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754880" y="2267712"/>
            <a:ext cx="31821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67712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377440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黄焖鱼块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4919472" y="2651760"/>
            <a:ext cx="29260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￥8  ·  240 kcal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蛋白 21g  ·  碳水 9g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8010144" y="2267712"/>
            <a:ext cx="31821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10144" y="2267712"/>
            <a:ext cx="128016" cy="2743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93024" y="2377440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大份米饭</a:t>
            </a:r>
            <a:endParaRPr lang="en-US" sz="1310" dirty="0"/>
          </a:p>
        </p:txBody>
      </p:sp>
      <p:sp>
        <p:nvSpPr>
          <p:cNvPr id="27" name="Text 25"/>
          <p:cNvSpPr/>
          <p:nvPr/>
        </p:nvSpPr>
        <p:spPr>
          <a:xfrm>
            <a:off x="8174736" y="2651760"/>
            <a:ext cx="29260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￥1  ·  260 kcal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蛋白 6g  ·  碳水 58g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4754880" y="3246120"/>
            <a:ext cx="31821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24612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355848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小米粥</a:t>
            </a:r>
            <a:endParaRPr lang="en-US" sz="1310" dirty="0"/>
          </a:p>
        </p:txBody>
      </p:sp>
      <p:sp>
        <p:nvSpPr>
          <p:cNvPr id="31" name="Text 29"/>
          <p:cNvSpPr/>
          <p:nvPr/>
        </p:nvSpPr>
        <p:spPr>
          <a:xfrm>
            <a:off x="4919472" y="3630168"/>
            <a:ext cx="29260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￥2  ·  90 kcal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清淡搭配，适合早餐。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8010144" y="3246120"/>
            <a:ext cx="31821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10144" y="3246120"/>
            <a:ext cx="128016" cy="27432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93024" y="3355848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油条</a:t>
            </a:r>
            <a:endParaRPr lang="en-US" sz="1310" dirty="0"/>
          </a:p>
        </p:txBody>
      </p:sp>
      <p:sp>
        <p:nvSpPr>
          <p:cNvPr id="35" name="Text 33"/>
          <p:cNvSpPr/>
          <p:nvPr/>
        </p:nvSpPr>
        <p:spPr>
          <a:xfrm>
            <a:off x="8174736" y="3630168"/>
            <a:ext cx="292608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￥3  ·  320 kcal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小吃类，适合搭配控制。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4754880" y="4270248"/>
            <a:ext cx="6400800" cy="78638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4489704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典型输入来自多个 CSV 菜谱表，例如北区、南区、西区和固定菜品。</a:t>
            </a:r>
            <a:endParaRPr lang="en-US" sz="1110" dirty="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3474720" cy="347472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212080"/>
            <a:ext cx="2743200" cy="2743200"/>
          </a:xfrm>
          <a:prstGeom prst="ellipse">
            <a:avLst/>
          </a:prstGeom>
          <a:solidFill>
            <a:srgbClr val="E8F5E9">
              <a:alpha val="42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303520"/>
            <a:ext cx="1554480" cy="1554480"/>
          </a:xfrm>
          <a:prstGeom prst="ellipse">
            <a:avLst/>
          </a:prstGeom>
          <a:solidFill>
            <a:srgbClr val="66BB6A">
              <a:alpha val="22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主要功能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智慧食堂 AI 点餐与营养推荐系统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9494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主要功能二：健康档案与 AI 营养规划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424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系统把“个人状态”和“饮食建议”连接起来，既能记住你是谁，也能计算你今天应该怎么吃。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55648"/>
            <a:ext cx="5166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755648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65376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健康档案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139696"/>
            <a:ext cx="4910328" cy="1810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登录后可保存性别、年龄、身高、体重和体脂率。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页面会实时计算 BMI 和 BMR，并将档案写入本地记忆，刷新后仍能恢复。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公式来自代码：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BMI = 体重 ÷ 身高²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BMR = 370 + 21.6 × 体重 × (1 - 体脂率)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755648"/>
            <a:ext cx="542239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755648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865376"/>
            <a:ext cx="5129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营养规划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91072" y="2139696"/>
            <a:ext cx="5166360" cy="1810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`ai_chat.html` 中输入预算、目标热量和自然语言需求，后端调用本地 Qwen2.5 模型生成三餐组合与解释。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推荐逻辑会强制保留主食，避免素菜或汤羹直接充当主食。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结果还能回填到预览草稿，再统一确认。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4370832"/>
            <a:ext cx="340156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4370832"/>
            <a:ext cx="128016" cy="2743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480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自动分类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822960" y="4754880"/>
            <a:ext cx="31455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`/api/analyze_dish` 识别菜品类别：主食、荤菜、素菜、小吃、汤羹。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251960" y="4370832"/>
            <a:ext cx="340156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51960" y="4370832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4480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菜图生成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4416552" y="4754880"/>
            <a:ext cx="31455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`/api/generate_image` 调用 FLUX.1-schnell，为菜品补充高质量食物图。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845552" y="4370832"/>
            <a:ext cx="3703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45552" y="4370832"/>
            <a:ext cx="128016" cy="27432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4480560"/>
            <a:ext cx="3410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轻量记忆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8010144" y="4754880"/>
            <a:ext cx="3447288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登录状态、姓名、余额和健康数据都保存在 localStorage，使用体验更连贯。</a:t>
            </a:r>
            <a:endParaRPr lang="en-US" sz="1080" dirty="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3474720" cy="347472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212080"/>
            <a:ext cx="2743200" cy="2743200"/>
          </a:xfrm>
          <a:prstGeom prst="ellipse">
            <a:avLst/>
          </a:prstGeom>
          <a:solidFill>
            <a:srgbClr val="E8F5E9">
              <a:alpha val="42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303520"/>
            <a:ext cx="1554480" cy="1554480"/>
          </a:xfrm>
          <a:prstGeom prst="ellipse">
            <a:avLst/>
          </a:prstGeom>
          <a:solidFill>
            <a:srgbClr val="66BB6A">
              <a:alpha val="22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特色亮点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智慧食堂 AI 点餐与营养推荐系统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9494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特色亮点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424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这个项目的亮点不只是“能点餐”，而是把真实数据、健康指标、模型能力和交互体验整合成一个完整方案。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55648"/>
            <a:ext cx="2697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755648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6537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真实数据驱动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139696"/>
            <a:ext cx="2441448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多份 CSV 菜谱覆盖多校区与固定菜品，功能与真实食堂场景一致。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1755648"/>
            <a:ext cx="2697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1755648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86537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营养维度完整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85032" y="2139696"/>
            <a:ext cx="2441448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价格、热量、碳水、蛋白、脂肪同屏展示，方便健康比较。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82512" y="1755648"/>
            <a:ext cx="2697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2512" y="1755648"/>
            <a:ext cx="128016" cy="2743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186537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交互更顺滑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47104" y="2139696"/>
            <a:ext cx="2441448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sticky 导航、smooth scroll、草稿篮和玻璃拟态弹窗，提升使用流畅度。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44584" y="1755648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44584" y="1755648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27464" y="1865376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可扩展架构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09176" y="2139696"/>
            <a:ext cx="2029968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Flask API 结构清晰，便于后续接支付、历史、统计和消息提醒。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3474720"/>
            <a:ext cx="2697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" y="3474720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5844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本地/云端混合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3858768"/>
            <a:ext cx="2441448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本地模型负责核心规划，云端模型和图像服务负责补充能力。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20440" y="3474720"/>
            <a:ext cx="2697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520440" y="347472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35844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分类约束清晰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85032" y="3858768"/>
            <a:ext cx="2441448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主食、荤菜、素菜、小吃、汤羹五类约束，让推荐更像真实配餐。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82512" y="3474720"/>
            <a:ext cx="2697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347472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358444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目录预留充分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47104" y="3858768"/>
            <a:ext cx="2441448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`lora_weights`、`offload_weights` 等目录为后续模型优化留了口子。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244584" y="3474720"/>
            <a:ext cx="2286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244584" y="3474720"/>
            <a:ext cx="128016" cy="274320"/>
          </a:xfrm>
          <a:prstGeom prst="rect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27464" y="358444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页面多态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409176" y="3858768"/>
            <a:ext cx="2029968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主菜单页和 AI 营养师页分工明确，展示与对话两种入口并存。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8368" y="5120640"/>
            <a:ext cx="10881360" cy="457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248656"/>
            <a:ext cx="10378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绿色主题不是装饰，而是把“健康优先”写进了产品的视觉语言和推荐逻辑。</a:t>
            </a:r>
            <a:endParaRPr lang="en-US" sz="1160" dirty="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3474720" cy="347472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212080"/>
            <a:ext cx="2743200" cy="2743200"/>
          </a:xfrm>
          <a:prstGeom prst="ellipse">
            <a:avLst/>
          </a:prstGeom>
          <a:solidFill>
            <a:srgbClr val="E8F5E9">
              <a:alpha val="42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303520"/>
            <a:ext cx="1554480" cy="1554480"/>
          </a:xfrm>
          <a:prstGeom prst="ellipse">
            <a:avLst/>
          </a:prstGeom>
          <a:solidFill>
            <a:srgbClr val="66BB6A">
              <a:alpha val="22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智慧食堂 AI 点餐与营养推荐系统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9494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424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这套系统不仅适合学生日常点餐，也适合做健康管理、食堂运营辅助和菜品数据沉淀。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55648"/>
            <a:ext cx="2697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755648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6537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学生日常点餐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139696"/>
            <a:ext cx="2441448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午晚餐快速定位当天菜品，减少排队和犹豫。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适合周几、校区、楼层频繁切换的真实场景。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1755648"/>
            <a:ext cx="2697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1755648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86537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减脂与增肌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85032" y="2139696"/>
            <a:ext cx="2441448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根据热量和蛋白需求搭配更合理的组合。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可把“吃什么”与“目标是什么”一起考虑。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82512" y="1755648"/>
            <a:ext cx="2697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2512" y="1755648"/>
            <a:ext cx="128016" cy="2743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186537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新生与访客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47104" y="2139696"/>
            <a:ext cx="2441448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快速了解校区楼层菜系，减少信息门槛。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图文结合更适合第一次使用的人。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44584" y="1755648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44584" y="1755648"/>
            <a:ext cx="128016" cy="2743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27464" y="1865376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食堂运营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409176" y="2139696"/>
            <a:ext cx="2029968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结构化菜谱便于统计热销菜、营养分布和后续优化。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" y="3657600"/>
            <a:ext cx="53035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" y="365760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767328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典型使用画面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4041648"/>
            <a:ext cx="5047488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学生先看菜单，再看草稿篮和健康档案；如果不知道怎么搭配，就进入 AI 营养师页，让系统按预算和热量目标自动生成建议。</a:t>
            </a:r>
            <a:endParaRPr lang="en-US" sz="1110" dirty="0"/>
          </a:p>
        </p:txBody>
      </p:sp>
      <p:sp>
        <p:nvSpPr>
          <p:cNvPr id="32" name="Shape 30"/>
          <p:cNvSpPr/>
          <p:nvPr/>
        </p:nvSpPr>
        <p:spPr>
          <a:xfrm>
            <a:off x="6217920" y="3657600"/>
            <a:ext cx="5340096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365760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767328"/>
            <a:ext cx="5047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典型业务价值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82512" y="4041648"/>
            <a:ext cx="5084064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对学生，它减少选择成本；对食堂，它沉淀了结构化数据；对学校，它提供了健康饮食教育和数字化管理的入口。</a:t>
            </a:r>
            <a:endParaRPr lang="en-US" sz="1110" dirty="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914400"/>
            <a:ext cx="3474720" cy="3474720"/>
          </a:xfrm>
          <a:prstGeom prst="ellipse">
            <a:avLst/>
          </a:prstGeom>
          <a:solidFill>
            <a:srgbClr val="C8E6C9">
              <a:alpha val="38000"/>
            </a:srgbClr>
          </a:solidFill>
          <a:ln w="12700">
            <a:solidFill>
              <a:srgbClr val="C8E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212080"/>
            <a:ext cx="2743200" cy="2743200"/>
          </a:xfrm>
          <a:prstGeom prst="ellipse">
            <a:avLst/>
          </a:prstGeom>
          <a:solidFill>
            <a:srgbClr val="E8F5E9">
              <a:alpha val="42000"/>
            </a:srgbClr>
          </a:solidFill>
          <a:ln w="12700">
            <a:solidFill>
              <a:srgbClr val="E8F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303520"/>
            <a:ext cx="1554480" cy="1554480"/>
          </a:xfrm>
          <a:prstGeom prst="ellipse">
            <a:avLst/>
          </a:prstGeom>
          <a:solidFill>
            <a:srgbClr val="66BB6A">
              <a:alpha val="22000"/>
            </a:srgbClr>
          </a:solidFill>
          <a:ln w="12700">
            <a:solidFill>
              <a:srgbClr val="66BB6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84D27"/>
          </a:solidFill>
          <a:ln w="12700">
            <a:solidFill>
              <a:srgbClr val="184D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总结展望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E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智慧食堂 AI 点餐与营养推荐系统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11887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09/09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69494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0424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6B7D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这份代码已经完成了从菜单导入、数据查询到 AI 规划的核心闭环，下一步可以继续把流程做得更完整。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21792" y="1353312"/>
            <a:ext cx="123444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783080"/>
            <a:ext cx="3611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178308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1892808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项目价值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167128"/>
            <a:ext cx="3355848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把食堂菜单从静态展示升级为可计算、可推荐、可追踪的健康服务。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4288536" y="1783080"/>
            <a:ext cx="3611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88536" y="1783080"/>
            <a:ext cx="128016" cy="2743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1416" y="1892808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当前成果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53128" y="2167128"/>
            <a:ext cx="3355848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多校区菜单检索、健康档案、AI 配餐、菜品分类与动态菜图已形成一套可演示的系统。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918704" y="1783080"/>
            <a:ext cx="3611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18704" y="1783080"/>
            <a:ext cx="128016" cy="2743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01584" y="1892808"/>
            <a:ext cx="3319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后续展望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83296" y="2167128"/>
            <a:ext cx="3355848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补全订单与历史闭环、支付与取餐对接、个性化长期偏好和更细的模型微调。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58368" y="3657600"/>
            <a:ext cx="530352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365760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767328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可以继续升级的方向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041648"/>
            <a:ext cx="504748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增加订单历史、消费统计和周报。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接入更完整的用户画像与推荐反馈机制。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为移动端或食堂大屏做专门适配。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9632" y="3657600"/>
            <a:ext cx="5340096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99632" y="3657600"/>
            <a:ext cx="128016" cy="274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3767328"/>
            <a:ext cx="5047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D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64224" y="4041648"/>
            <a:ext cx="5084064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让每一次点餐都更清楚一点。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让每一餐都更接近健康目标。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50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让食堂从“卖饭”变成“给建议”。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0" y="5486400"/>
            <a:ext cx="85039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5586984"/>
            <a:ext cx="7955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43A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智慧食堂的核心，不是替用户做决定，而是让用户更容易做出更好的决定。</a:t>
            </a:r>
            <a:endParaRPr lang="en-US" sz="114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智慧食堂AI绿色健康汇报</dc:title>
  <dc:subject>智慧食堂AI点餐与营养推荐系统</dc:subject>
  <dc:creator>Codex</dc:creator>
  <cp:lastModifiedBy>Codex</cp:lastModifiedBy>
  <cp:revision>1</cp:revision>
  <dcterms:created xsi:type="dcterms:W3CDTF">2026-05-11T05:06:17Z</dcterms:created>
  <dcterms:modified xsi:type="dcterms:W3CDTF">2026-05-11T05:06:17Z</dcterms:modified>
</cp:coreProperties>
</file>