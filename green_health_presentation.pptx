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58200" y="-1005840"/>
            <a:ext cx="3840480" cy="3840480"/>
          </a:xfrm>
          <a:prstGeom prst="ellipse">
            <a:avLst/>
          </a:prstGeom>
          <a:solidFill>
            <a:srgbClr val="C8E6C9">
              <a:alpha val="62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846320"/>
            <a:ext cx="3474720" cy="3474720"/>
          </a:xfrm>
          <a:prstGeom prst="ellipse">
            <a:avLst/>
          </a:prstGeom>
          <a:solidFill>
            <a:srgbClr val="E8F5E9">
              <a:alpha val="50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4892040"/>
            <a:ext cx="1828800" cy="1828800"/>
          </a:xfrm>
          <a:prstGeom prst="ellipse">
            <a:avLst/>
          </a:prstGeom>
          <a:solidFill>
            <a:srgbClr val="66BB6A">
              <a:alpha val="24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09960" y="1645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11155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190195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Flask + SQLite + ????? + ????????????????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2487168"/>
            <a:ext cx="118872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237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0" y="2487168"/>
            <a:ext cx="118872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5237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291840" y="2487168"/>
            <a:ext cx="118872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5237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???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49808" y="2971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8952" y="340156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???????????????????????????????????????????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040880" y="1024128"/>
            <a:ext cx="4434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2344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4080" y="1170432"/>
            <a:ext cx="114300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120700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260 kcal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315200" y="1600200"/>
            <a:ext cx="38862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0" y="160020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70992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79792" y="1984248"/>
            <a:ext cx="36301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?8  ?  240 kcal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21g  ?  ?? 9g  ?  ?? 13.5g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7315200" y="2587752"/>
            <a:ext cx="38862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0" y="2587752"/>
            <a:ext cx="12801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697480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79792" y="2971800"/>
            <a:ext cx="36301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?1  ?  260 kcal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6g  ?  ?? 58g  ?  ?? 0.5g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7315200" y="3575304"/>
            <a:ext cx="388620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0" y="3575304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3685032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79792" y="3959352"/>
            <a:ext cx="3630168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?2  ?  90 kcal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2.5g  ?  ?? 20g  ?  ?? 0.8g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7315200" y="4590288"/>
            <a:ext cx="3886200" cy="7132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6368" y="479145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749808" y="50292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? ???? ? ????</a:t>
            </a:r>
            <a:endParaRPr lang="en-US" sz="1100" dirty="0"/>
          </a:p>
        </p:txBody>
      </p:sp>
    </p:spTree>
  </p:cSld>
  <p:transition spd="slow">
    <p:fade thruBlk="0"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914400"/>
            <a:ext cx="3291840" cy="329184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68680" y="5166360"/>
            <a:ext cx="2926080" cy="2926080"/>
          </a:xfrm>
          <a:prstGeom prst="ellipse">
            <a:avLst/>
          </a:prstGeom>
          <a:solidFill>
            <a:srgbClr val="E8F5E9">
              <a:alpha val="40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303520"/>
            <a:ext cx="1645920" cy="164592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7132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515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????????????????????????????????????????????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3736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3736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4708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22960" y="2121408"/>
            <a:ext cx="248716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????????????????????????????????????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39312" y="173736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39312" y="173736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184708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3803904" y="2121408"/>
            <a:ext cx="248716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??????????????????????????????????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0256" y="173736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0256" y="1737360"/>
            <a:ext cx="12801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84708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784848" y="2121408"/>
            <a:ext cx="248716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?????????????????????????????????????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0" y="1737360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0" y="1737360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184708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9765792" y="2121408"/>
            <a:ext cx="166420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 BMR????????????????????????????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364992"/>
            <a:ext cx="45720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3364992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474720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3749040"/>
            <a:ext cx="431596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???????????????????????????????????????????????????????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31536" y="3364992"/>
            <a:ext cx="612648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31536" y="3364992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3474720"/>
            <a:ext cx="5833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596128" y="3749040"/>
            <a:ext cx="587044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 `formatted_*.csv` ?????`cafeteria.db` ??????`main.js` ?????`ai_chat.html` ?? AI ??????? `lora_weights` / `offload_weights` ???????????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58368" y="4937760"/>
            <a:ext cx="10917936" cy="56692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111496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???????????????????????????????????????</a:t>
            </a:r>
            <a:endParaRPr lang="en-US" sz="1240" dirty="0"/>
          </a:p>
        </p:txBody>
      </p:sp>
    </p:spTree>
  </p:cSld>
  <p:transition spd="slow">
    <p:fade thruBlk="0"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914400"/>
            <a:ext cx="3291840" cy="329184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68680" y="5166360"/>
            <a:ext cx="2926080" cy="2926080"/>
          </a:xfrm>
          <a:prstGeom prst="ellipse">
            <a:avLst/>
          </a:prstGeom>
          <a:solidFill>
            <a:srgbClr val="E8F5E9">
              <a:alpha val="40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303520"/>
            <a:ext cx="1645920" cy="164592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7132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515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?????????????????????????????????????????????????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37360"/>
            <a:ext cx="4572000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3736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47088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121408"/>
            <a:ext cx="4315968" cy="1499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???????????????????????????????????AI ????????????????????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913632"/>
            <a:ext cx="457200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913632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023360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297680"/>
            <a:ext cx="4315968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`app.py` ?? Flask API ? AI ??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`index.html + main.js` ???????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`ai_chat.html` ????????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`import_all_menus.py` / `init_menu_db.py` ??????????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5486400" y="1737360"/>
            <a:ext cx="336499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737360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847088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50992" y="2121408"/>
            <a:ext cx="310896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????????/???????????AI ?????????????</a:t>
            </a:r>
            <a:endParaRPr lang="en-US" sz="1110" dirty="0"/>
          </a:p>
        </p:txBody>
      </p:sp>
      <p:sp>
        <p:nvSpPr>
          <p:cNvPr id="24" name="Shape 22"/>
          <p:cNvSpPr/>
          <p:nvPr/>
        </p:nvSpPr>
        <p:spPr>
          <a:xfrm>
            <a:off x="9052560" y="1737360"/>
            <a:ext cx="24688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2560" y="1737360"/>
            <a:ext cx="12801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18470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9217152" y="2121408"/>
            <a:ext cx="2212848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/api/menu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/api/login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/api/update_profile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/api/analyze_dish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/api/generate_image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/api/ai_plan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486400" y="3291840"/>
            <a:ext cx="336499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329184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401568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650992" y="3675888"/>
            <a:ext cx="310896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`formatted_*.csv` 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`cafeteria.db` 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3291840"/>
            <a:ext cx="24688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52560" y="329184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340156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??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9217152" y="3675888"/>
            <a:ext cx="2212848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Qwen2.5-1.5B ????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Qwen2.5-7B ???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FLUX.1-schnell ??????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58368" y="5504688"/>
            <a:ext cx="10863072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623560"/>
            <a:ext cx="10351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 + Flask API + ?????? + ??/???? AI????????????????????</a:t>
            </a:r>
            <a:endParaRPr lang="en-US" sz="1120" dirty="0"/>
          </a:p>
        </p:txBody>
      </p:sp>
    </p:spTree>
  </p:cSld>
  <p:transition spd="slow">
    <p:fade thruBlk="0"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914400"/>
            <a:ext cx="3291840" cy="329184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68680" y="5166360"/>
            <a:ext cx="2926080" cy="2926080"/>
          </a:xfrm>
          <a:prstGeom prst="ellipse">
            <a:avLst/>
          </a:prstGeom>
          <a:solidFill>
            <a:srgbClr val="E8F5E9">
              <a:alpha val="40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303520"/>
            <a:ext cx="1645920" cy="164592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7132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515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?????????API???? AI ???????????????????????????????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8288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82880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93852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2212848"/>
            <a:ext cx="2898648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`import_all_menus.py` / `init_menu_db.py`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CSV ???????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SQLite ???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4370832" y="18288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0832" y="182880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93852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35424" y="2212848"/>
            <a:ext cx="2990088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+ SQLAlchemy + CORS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??????????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8211312" y="1828800"/>
            <a:ext cx="33101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11312" y="1828800"/>
            <a:ext cx="12801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1938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75904" y="2212848"/>
            <a:ext cx="3054096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`index.html` + `main.js` + `ai_chat.html`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3886200" y="2286000"/>
            <a:ext cx="310896" cy="329184"/>
          </a:xfrm>
          <a:prstGeom prst="rightArrow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27264" y="2286000"/>
            <a:ext cx="310896" cy="329184"/>
          </a:xfrm>
          <a:prstGeom prst="rightArrow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9888" y="3794760"/>
            <a:ext cx="4389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89888" y="3794760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72768" y="3904488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554480" y="4178808"/>
            <a:ext cx="4133088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Qwen2.5-1.5B-Instruct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BMR????????????????????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6355080" y="3794760"/>
            <a:ext cx="4389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79476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904488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519672" y="4178808"/>
            <a:ext cx="4133088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Qwen2.5-7B ??????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FLUX.1-schnell ????????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5349240" y="3218688"/>
            <a:ext cx="320040" cy="347472"/>
          </a:xfrm>
          <a:prstGeom prst="downArrow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577840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????CSV ?? -&gt; ??? -&gt; API -&gt; ?? -&gt; AI ?? -&gt; ????</a:t>
            </a:r>
            <a:endParaRPr lang="en-US" sz="1200" dirty="0"/>
          </a:p>
        </p:txBody>
      </p:sp>
    </p:spTree>
  </p:cSld>
  <p:transition spd="slow">
    <p:fade thruBlk="0"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914400"/>
            <a:ext cx="3291840" cy="329184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68680" y="5166360"/>
            <a:ext cx="2926080" cy="2926080"/>
          </a:xfrm>
          <a:prstGeom prst="ellipse">
            <a:avLst/>
          </a:prstGeom>
          <a:solidFill>
            <a:srgbClr val="E8F5E9">
              <a:alpha val="40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303520"/>
            <a:ext cx="1645920" cy="164592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7132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515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 + ?? + ?? + ???????????????????????????????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83080"/>
            <a:ext cx="3657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8308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9280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22960" y="2167128"/>
            <a:ext cx="3401568" cy="3136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53712" y="1783080"/>
            <a:ext cx="693115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19659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765792" y="1892808"/>
            <a:ext cx="141732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65792" y="192938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/ ??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754880" y="2267712"/>
            <a:ext cx="31821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67712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7744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4919472" y="2651760"/>
            <a:ext cx="2926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?8  ?  240 kcal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21g  ?  ?? 9g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8010144" y="2267712"/>
            <a:ext cx="31821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10144" y="2267712"/>
            <a:ext cx="12801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237744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8174736" y="2651760"/>
            <a:ext cx="2926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?1  ?  260 kcal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 6g  ?  ?? 58g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4754880" y="3246120"/>
            <a:ext cx="31821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24612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35584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</a:t>
            </a:r>
            <a:endParaRPr lang="en-US" sz="1310" dirty="0"/>
          </a:p>
        </p:txBody>
      </p:sp>
      <p:sp>
        <p:nvSpPr>
          <p:cNvPr id="31" name="Text 29"/>
          <p:cNvSpPr/>
          <p:nvPr/>
        </p:nvSpPr>
        <p:spPr>
          <a:xfrm>
            <a:off x="4919472" y="3630168"/>
            <a:ext cx="2926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?2  ?  90 kcal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8010144" y="3246120"/>
            <a:ext cx="31821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10144" y="3246120"/>
            <a:ext cx="128016" cy="27432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335584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</a:t>
            </a:r>
            <a:endParaRPr lang="en-US" sz="1310" dirty="0"/>
          </a:p>
        </p:txBody>
      </p:sp>
      <p:sp>
        <p:nvSpPr>
          <p:cNvPr id="35" name="Text 33"/>
          <p:cNvSpPr/>
          <p:nvPr/>
        </p:nvSpPr>
        <p:spPr>
          <a:xfrm>
            <a:off x="8174736" y="3630168"/>
            <a:ext cx="2926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?3  ?  320 kcal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4754880" y="4270248"/>
            <a:ext cx="6400800" cy="78638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44988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 CSV ??????????????????????????????????????????????</a:t>
            </a:r>
            <a:endParaRPr lang="en-US" sz="1110" dirty="0"/>
          </a:p>
        </p:txBody>
      </p:sp>
    </p:spTree>
  </p:cSld>
  <p:transition spd="slow">
    <p:fade thruBlk="0"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914400"/>
            <a:ext cx="3291840" cy="329184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68680" y="5166360"/>
            <a:ext cx="2926080" cy="2926080"/>
          </a:xfrm>
          <a:prstGeom prst="ellipse">
            <a:avLst/>
          </a:prstGeom>
          <a:solidFill>
            <a:srgbClr val="E8F5E9">
              <a:alpha val="40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303520"/>
            <a:ext cx="1645920" cy="164592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7132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 AI ????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515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??????????????????????????????????????????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55648"/>
            <a:ext cx="5166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55648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65376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139696"/>
            <a:ext cx="4910328" cy="1810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 BMI ? BMR????????????????????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BMI = ?? ? ???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BMR = 370 + 21.6 ? ?? ? (1 - ???)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126480" y="1755648"/>
            <a:ext cx="54223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755648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8653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????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91072" y="2139696"/>
            <a:ext cx="5166360" cy="1810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`ai_chat.html` ???????????????????????? Qwen2.5 ????????????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????????????????/?????????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58368" y="4370832"/>
            <a:ext cx="34015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370832"/>
            <a:ext cx="12801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480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822960" y="4754880"/>
            <a:ext cx="31455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`/api/analyze_dish` ??????????????????????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4251960" y="4370832"/>
            <a:ext cx="34015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4370832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4480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4416552" y="4754880"/>
            <a:ext cx="31455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`/api/generate_image` ?? FLUX.1-schnell?????????????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7845552" y="4370832"/>
            <a:ext cx="3703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45552" y="4370832"/>
            <a:ext cx="128016" cy="27432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4480560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8010144" y="4754880"/>
            <a:ext cx="344728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 localStorage?????????</a:t>
            </a:r>
            <a:endParaRPr lang="en-US" sz="1090" dirty="0"/>
          </a:p>
        </p:txBody>
      </p:sp>
    </p:spTree>
  </p:cSld>
  <p:transition spd="slow">
    <p:fade thruBlk="0"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914400"/>
            <a:ext cx="3291840" cy="329184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68680" y="5166360"/>
            <a:ext cx="2926080" cy="2926080"/>
          </a:xfrm>
          <a:prstGeom prst="ellipse">
            <a:avLst/>
          </a:prstGeom>
          <a:solidFill>
            <a:srgbClr val="E8F5E9">
              <a:alpha val="40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303520"/>
            <a:ext cx="1645920" cy="164592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7132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515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????????????????????????????????????????????????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55648"/>
            <a:ext cx="2697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55648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22960" y="2139696"/>
            <a:ext cx="2441448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 CSV ?????????????????????????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1755648"/>
            <a:ext cx="2697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1755648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3685032" y="2139696"/>
            <a:ext cx="2441448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??????????????????????????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82512" y="1755648"/>
            <a:ext cx="2697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1755648"/>
            <a:ext cx="12801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547104" y="2139696"/>
            <a:ext cx="2441448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sticky ???smooth scroll????????????????????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44584" y="1755648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44584" y="1755648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464" y="186537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9409176" y="2139696"/>
            <a:ext cx="2029968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Flask API ????????????????????????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474720"/>
            <a:ext cx="2697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3474720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5844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??/????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822960" y="3858768"/>
            <a:ext cx="244144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???????????????????????????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20440" y="3474720"/>
            <a:ext cx="2697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20440" y="347472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5844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3685032" y="3858768"/>
            <a:ext cx="244144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?????????????????????????????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82512" y="3474720"/>
            <a:ext cx="2697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347472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35844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420" dirty="0"/>
          </a:p>
        </p:txBody>
      </p:sp>
      <p:sp>
        <p:nvSpPr>
          <p:cNvPr id="39" name="Text 37"/>
          <p:cNvSpPr/>
          <p:nvPr/>
        </p:nvSpPr>
        <p:spPr>
          <a:xfrm>
            <a:off x="6547104" y="3858768"/>
            <a:ext cx="244144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`lora_weights`?`offload_weights` ???????????????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44584" y="3474720"/>
            <a:ext cx="2286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44584" y="3474720"/>
            <a:ext cx="128016" cy="27432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7464" y="358444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420" dirty="0"/>
          </a:p>
        </p:txBody>
      </p:sp>
      <p:sp>
        <p:nvSpPr>
          <p:cNvPr id="43" name="Text 41"/>
          <p:cNvSpPr/>
          <p:nvPr/>
        </p:nvSpPr>
        <p:spPr>
          <a:xfrm>
            <a:off x="9409176" y="3858768"/>
            <a:ext cx="202996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 AI ?????????????????????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" y="5120640"/>
            <a:ext cx="1088136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248656"/>
            <a:ext cx="10378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</a:t>
            </a:r>
            <a:endParaRPr lang="en-US" sz="1170" dirty="0"/>
          </a:p>
        </p:txBody>
      </p:sp>
    </p:spTree>
  </p:cSld>
  <p:transition spd="slow">
    <p:fade thruBlk="0"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914400"/>
            <a:ext cx="3291840" cy="329184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68680" y="5166360"/>
            <a:ext cx="2926080" cy="2926080"/>
          </a:xfrm>
          <a:prstGeom prst="ellipse">
            <a:avLst/>
          </a:prstGeom>
          <a:solidFill>
            <a:srgbClr val="E8F5E9">
              <a:alpha val="40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303520"/>
            <a:ext cx="1645920" cy="164592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7132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515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??????????????????????????????????????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55648"/>
            <a:ext cx="2697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55648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22960" y="2139696"/>
            <a:ext cx="24414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1755648"/>
            <a:ext cx="2697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1755648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3685032" y="2139696"/>
            <a:ext cx="24414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82512" y="1755648"/>
            <a:ext cx="2697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1755648"/>
            <a:ext cx="12801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547104" y="2139696"/>
            <a:ext cx="24414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44584" y="1755648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44584" y="1755648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464" y="186537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9409176" y="2139696"/>
            <a:ext cx="202996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???????????????????????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65760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365760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767328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041648"/>
            <a:ext cx="5047488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 AI ???????????????????????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217920" y="3657600"/>
            <a:ext cx="534009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365760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767328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82512" y="4041648"/>
            <a:ext cx="5084064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??????????????????????????????????????????????????</a:t>
            </a:r>
            <a:endParaRPr lang="en-US" sz="1120" dirty="0"/>
          </a:p>
        </p:txBody>
      </p:sp>
    </p:spTree>
  </p:cSld>
  <p:transition spd="slow">
    <p:fade thruBlk="0"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914400"/>
            <a:ext cx="3291840" cy="329184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68680" y="5166360"/>
            <a:ext cx="2926080" cy="2926080"/>
          </a:xfrm>
          <a:prstGeom prst="ellipse">
            <a:avLst/>
          </a:prstGeom>
          <a:solidFill>
            <a:srgbClr val="E8F5E9">
              <a:alpha val="40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303520"/>
            <a:ext cx="1645920" cy="164592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 AI ?????????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7132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515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 AI ????????????????????????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83080"/>
            <a:ext cx="3611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8308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92808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167128"/>
            <a:ext cx="33558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288536" y="1783080"/>
            <a:ext cx="3611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8536" y="178308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1892808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53128" y="2167128"/>
            <a:ext cx="33558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?????????????AI ????????????????????????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918704" y="1783080"/>
            <a:ext cx="3611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18704" y="1783080"/>
            <a:ext cx="128016" cy="2743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1892808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83296" y="2167128"/>
            <a:ext cx="33558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??????????????????????????????????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58368" y="3657600"/>
            <a:ext cx="530352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657600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767328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822960" y="4041648"/>
            <a:ext cx="504748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9632" y="3657600"/>
            <a:ext cx="5340096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365760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767328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6364224" y="4041648"/>
            <a:ext cx="5084064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 ????????????????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0" y="5486400"/>
            <a:ext cx="85039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5586984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?????????????????????????????????</a:t>
            </a:r>
            <a:endParaRPr lang="en-US" sz="1140" dirty="0"/>
          </a:p>
        </p:txBody>
      </p:sp>
    </p:spTree>
  </p:cSld>
  <p:transition spd="slow">
    <p:fade thruBlk="0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????AI????????</dc:title>
  <dc:subject>????AI?????????</dc:subject>
  <dc:creator>Codex</dc:creator>
  <cp:lastModifiedBy>Codex</cp:lastModifiedBy>
  <cp:revision>1</cp:revision>
  <dcterms:created xsi:type="dcterms:W3CDTF">2026-05-11T05:00:41Z</dcterms:created>
  <dcterms:modified xsi:type="dcterms:W3CDTF">2026-05-11T05:00:41Z</dcterms:modified>
</cp:coreProperties>
</file>